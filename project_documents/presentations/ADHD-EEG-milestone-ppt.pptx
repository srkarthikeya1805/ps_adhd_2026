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ye" charset="1" panose="020E0803070500060000"/>
      <p:regular r:id="rId16"/>
    </p:embeddedFont>
    <p:embeddedFont>
      <p:font typeface="Glacial Indifference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9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8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0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804251" y="2703629"/>
            <a:ext cx="6223407" cy="6656051"/>
          </a:xfrm>
          <a:custGeom>
            <a:avLst/>
            <a:gdLst/>
            <a:ahLst/>
            <a:cxnLst/>
            <a:rect r="r" b="b" t="t" l="l"/>
            <a:pathLst>
              <a:path h="6656051" w="6223407">
                <a:moveTo>
                  <a:pt x="6223407" y="0"/>
                </a:moveTo>
                <a:lnTo>
                  <a:pt x="0" y="0"/>
                </a:lnTo>
                <a:lnTo>
                  <a:pt x="0" y="6656051"/>
                </a:lnTo>
                <a:lnTo>
                  <a:pt x="6223407" y="6656051"/>
                </a:lnTo>
                <a:lnTo>
                  <a:pt x="62234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71574" y="9495475"/>
            <a:ext cx="14131282" cy="0"/>
          </a:xfrm>
          <a:prstGeom prst="line">
            <a:avLst/>
          </a:prstGeom>
          <a:ln cap="flat" w="38100">
            <a:solidFill>
              <a:srgbClr val="000C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17003745" y="-156609"/>
            <a:ext cx="1023913" cy="9516288"/>
          </a:xfrm>
          <a:custGeom>
            <a:avLst/>
            <a:gdLst/>
            <a:ahLst/>
            <a:cxnLst/>
            <a:rect r="r" b="b" t="t" l="l"/>
            <a:pathLst>
              <a:path h="9516288" w="1023913">
                <a:moveTo>
                  <a:pt x="0" y="9516289"/>
                </a:moveTo>
                <a:lnTo>
                  <a:pt x="795313" y="9516289"/>
                </a:lnTo>
                <a:cubicBezTo>
                  <a:pt x="921566" y="9516289"/>
                  <a:pt x="1023913" y="9413941"/>
                  <a:pt x="1023913" y="9287689"/>
                </a:cubicBezTo>
                <a:lnTo>
                  <a:pt x="1023913" y="0"/>
                </a:lnTo>
              </a:path>
            </a:pathLst>
          </a:custGeom>
          <a:ln cap="flat" w="38100">
            <a:solidFill>
              <a:srgbClr val="000C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429631" y="9892503"/>
            <a:ext cx="7315200" cy="73152"/>
          </a:xfrm>
          <a:custGeom>
            <a:avLst/>
            <a:gdLst/>
            <a:ahLst/>
            <a:cxnLst/>
            <a:rect r="r" b="b" t="t" l="l"/>
            <a:pathLst>
              <a:path h="73152" w="7315200">
                <a:moveTo>
                  <a:pt x="0" y="0"/>
                </a:moveTo>
                <a:lnTo>
                  <a:pt x="7315200" y="0"/>
                </a:lnTo>
                <a:lnTo>
                  <a:pt x="7315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66519" y="9892503"/>
            <a:ext cx="7315200" cy="73152"/>
          </a:xfrm>
          <a:custGeom>
            <a:avLst/>
            <a:gdLst/>
            <a:ahLst/>
            <a:cxnLst/>
            <a:rect r="r" b="b" t="t" l="l"/>
            <a:pathLst>
              <a:path h="73152" w="7315200">
                <a:moveTo>
                  <a:pt x="0" y="0"/>
                </a:moveTo>
                <a:lnTo>
                  <a:pt x="7315200" y="0"/>
                </a:lnTo>
                <a:lnTo>
                  <a:pt x="7315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71308">
            <a:off x="-1717501" y="-1022608"/>
            <a:ext cx="9016740" cy="4102617"/>
          </a:xfrm>
          <a:custGeom>
            <a:avLst/>
            <a:gdLst/>
            <a:ahLst/>
            <a:cxnLst/>
            <a:rect r="r" b="b" t="t" l="l"/>
            <a:pathLst>
              <a:path h="4102617" w="9016740">
                <a:moveTo>
                  <a:pt x="0" y="0"/>
                </a:moveTo>
                <a:lnTo>
                  <a:pt x="9016740" y="0"/>
                </a:lnTo>
                <a:lnTo>
                  <a:pt x="9016740" y="4102616"/>
                </a:lnTo>
                <a:lnTo>
                  <a:pt x="0" y="410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02970">
            <a:off x="10835227" y="596355"/>
            <a:ext cx="3396251" cy="2852851"/>
          </a:xfrm>
          <a:custGeom>
            <a:avLst/>
            <a:gdLst/>
            <a:ahLst/>
            <a:cxnLst/>
            <a:rect r="r" b="b" t="t" l="l"/>
            <a:pathLst>
              <a:path h="2852851" w="3396251">
                <a:moveTo>
                  <a:pt x="0" y="0"/>
                </a:moveTo>
                <a:lnTo>
                  <a:pt x="3396252" y="0"/>
                </a:lnTo>
                <a:lnTo>
                  <a:pt x="3396252" y="2852851"/>
                </a:lnTo>
                <a:lnTo>
                  <a:pt x="0" y="2852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67885" y="-383114"/>
            <a:ext cx="3559773" cy="3300100"/>
          </a:xfrm>
          <a:custGeom>
            <a:avLst/>
            <a:gdLst/>
            <a:ahLst/>
            <a:cxnLst/>
            <a:rect r="r" b="b" t="t" l="l"/>
            <a:pathLst>
              <a:path h="3300100" w="3559773">
                <a:moveTo>
                  <a:pt x="0" y="0"/>
                </a:moveTo>
                <a:lnTo>
                  <a:pt x="3559773" y="0"/>
                </a:lnTo>
                <a:lnTo>
                  <a:pt x="3559773" y="3300100"/>
                </a:lnTo>
                <a:lnTo>
                  <a:pt x="0" y="3300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934" r="0" b="-393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2850" y="803558"/>
            <a:ext cx="11640749" cy="211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5"/>
              </a:lnSpc>
            </a:pPr>
            <a:r>
              <a:rPr lang="en-US" sz="4060" spc="16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THE HYBRID DEEP LEARNING MODEL FOR IDENTIFICATION OF ATTENTION-DEFICIT / HYPERACTVITY DISORDER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2621" y="6143445"/>
            <a:ext cx="5968601" cy="295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Team Members: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1.S. R. Karthikeya - 245524733184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2.Keerthi - 245524733173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3.Amuktha - 245524748118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4.Ambika - 245524733134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5.Grithika - 245524733214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Mentor:    Dr.M.Deepika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8201" y="3508303"/>
            <a:ext cx="11090046" cy="163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  <a:spcBef>
                <a:spcPct val="0"/>
              </a:spcBef>
            </a:pPr>
            <a:r>
              <a:rPr lang="en-US" sz="3122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ADHD classification from EEG signals is challenging because EEG contains complex temporal, spatial and frequency-domain information.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7755" y="5505450"/>
            <a:ext cx="3180430" cy="41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       GROUP ID: 1605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57413">
            <a:off x="-654894" y="7471233"/>
            <a:ext cx="2743663" cy="2688789"/>
          </a:xfrm>
          <a:custGeom>
            <a:avLst/>
            <a:gdLst/>
            <a:ahLst/>
            <a:cxnLst/>
            <a:rect r="r" b="b" t="t" l="l"/>
            <a:pathLst>
              <a:path h="2688789" w="2743663">
                <a:moveTo>
                  <a:pt x="0" y="0"/>
                </a:moveTo>
                <a:lnTo>
                  <a:pt x="2743663" y="0"/>
                </a:lnTo>
                <a:lnTo>
                  <a:pt x="2743663" y="2688789"/>
                </a:lnTo>
                <a:lnTo>
                  <a:pt x="0" y="2688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79530">
            <a:off x="-237133" y="93711"/>
            <a:ext cx="1908142" cy="1869979"/>
          </a:xfrm>
          <a:custGeom>
            <a:avLst/>
            <a:gdLst/>
            <a:ahLst/>
            <a:cxnLst/>
            <a:rect r="r" b="b" t="t" l="l"/>
            <a:pathLst>
              <a:path h="1869979" w="1908142">
                <a:moveTo>
                  <a:pt x="0" y="0"/>
                </a:moveTo>
                <a:lnTo>
                  <a:pt x="1908141" y="0"/>
                </a:lnTo>
                <a:lnTo>
                  <a:pt x="1908141" y="1869978"/>
                </a:lnTo>
                <a:lnTo>
                  <a:pt x="0" y="186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6615" y="1902191"/>
            <a:ext cx="16871671" cy="6913437"/>
          </a:xfrm>
          <a:custGeom>
            <a:avLst/>
            <a:gdLst/>
            <a:ahLst/>
            <a:cxnLst/>
            <a:rect r="r" b="b" t="t" l="l"/>
            <a:pathLst>
              <a:path h="6913437" w="16871671">
                <a:moveTo>
                  <a:pt x="0" y="0"/>
                </a:moveTo>
                <a:lnTo>
                  <a:pt x="16871671" y="0"/>
                </a:lnTo>
                <a:lnTo>
                  <a:pt x="16871671" y="6913437"/>
                </a:lnTo>
                <a:lnTo>
                  <a:pt x="0" y="69134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35" t="-21672" r="-2160" b="-2534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901227">
            <a:off x="16590002" y="-315695"/>
            <a:ext cx="2743663" cy="2688789"/>
          </a:xfrm>
          <a:custGeom>
            <a:avLst/>
            <a:gdLst/>
            <a:ahLst/>
            <a:cxnLst/>
            <a:rect r="r" b="b" t="t" l="l"/>
            <a:pathLst>
              <a:path h="2688789" w="2743663">
                <a:moveTo>
                  <a:pt x="0" y="0"/>
                </a:moveTo>
                <a:lnTo>
                  <a:pt x="2743662" y="0"/>
                </a:lnTo>
                <a:lnTo>
                  <a:pt x="2743662" y="2688790"/>
                </a:lnTo>
                <a:lnTo>
                  <a:pt x="0" y="2688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86410" y="-379866"/>
            <a:ext cx="2219590" cy="1968120"/>
          </a:xfrm>
          <a:custGeom>
            <a:avLst/>
            <a:gdLst/>
            <a:ahLst/>
            <a:cxnLst/>
            <a:rect r="r" b="b" t="t" l="l"/>
            <a:pathLst>
              <a:path h="1968120" w="2219590">
                <a:moveTo>
                  <a:pt x="0" y="0"/>
                </a:moveTo>
                <a:lnTo>
                  <a:pt x="2219590" y="0"/>
                </a:lnTo>
                <a:lnTo>
                  <a:pt x="2219590" y="1968120"/>
                </a:lnTo>
                <a:lnTo>
                  <a:pt x="0" y="1968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928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48583" y="63294"/>
            <a:ext cx="8689935" cy="12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4"/>
              </a:lnSpc>
            </a:pPr>
            <a:r>
              <a:rPr lang="en-US" sz="7489" spc="29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INTRODUCTION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3457413">
            <a:off x="16236455" y="8942605"/>
            <a:ext cx="2743663" cy="2688789"/>
          </a:xfrm>
          <a:custGeom>
            <a:avLst/>
            <a:gdLst/>
            <a:ahLst/>
            <a:cxnLst/>
            <a:rect r="r" b="b" t="t" l="l"/>
            <a:pathLst>
              <a:path h="2688789" w="2743663">
                <a:moveTo>
                  <a:pt x="0" y="0"/>
                </a:moveTo>
                <a:lnTo>
                  <a:pt x="2743662" y="0"/>
                </a:lnTo>
                <a:lnTo>
                  <a:pt x="2743662" y="2688790"/>
                </a:lnTo>
                <a:lnTo>
                  <a:pt x="0" y="2688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611733"/>
            <a:ext cx="17766281" cy="1323348"/>
            <a:chOff x="0" y="0"/>
            <a:chExt cx="4679185" cy="348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9185" cy="348536"/>
            </a:xfrm>
            <a:custGeom>
              <a:avLst/>
              <a:gdLst/>
              <a:ahLst/>
              <a:cxnLst/>
              <a:rect r="r" b="b" t="t" l="l"/>
              <a:pathLst>
                <a:path h="348536" w="4679185">
                  <a:moveTo>
                    <a:pt x="10894" y="0"/>
                  </a:moveTo>
                  <a:lnTo>
                    <a:pt x="4668291" y="0"/>
                  </a:lnTo>
                  <a:cubicBezTo>
                    <a:pt x="4671180" y="0"/>
                    <a:pt x="4673952" y="1148"/>
                    <a:pt x="4675994" y="3191"/>
                  </a:cubicBezTo>
                  <a:cubicBezTo>
                    <a:pt x="4678038" y="5234"/>
                    <a:pt x="4679185" y="8005"/>
                    <a:pt x="4679185" y="10894"/>
                  </a:cubicBezTo>
                  <a:lnTo>
                    <a:pt x="4679185" y="337642"/>
                  </a:lnTo>
                  <a:cubicBezTo>
                    <a:pt x="4679185" y="343659"/>
                    <a:pt x="4674308" y="348536"/>
                    <a:pt x="4668291" y="348536"/>
                  </a:cubicBezTo>
                  <a:lnTo>
                    <a:pt x="10894" y="348536"/>
                  </a:lnTo>
                  <a:cubicBezTo>
                    <a:pt x="8005" y="348536"/>
                    <a:pt x="5234" y="347388"/>
                    <a:pt x="3191" y="345345"/>
                  </a:cubicBezTo>
                  <a:cubicBezTo>
                    <a:pt x="1148" y="343302"/>
                    <a:pt x="0" y="340531"/>
                    <a:pt x="0" y="337642"/>
                  </a:cubicBezTo>
                  <a:lnTo>
                    <a:pt x="0" y="10894"/>
                  </a:lnTo>
                  <a:cubicBezTo>
                    <a:pt x="0" y="8005"/>
                    <a:pt x="1148" y="5234"/>
                    <a:pt x="3191" y="3191"/>
                  </a:cubicBezTo>
                  <a:cubicBezTo>
                    <a:pt x="5234" y="1148"/>
                    <a:pt x="8005" y="0"/>
                    <a:pt x="10894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79185" cy="37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28923">
            <a:off x="-760871" y="-1118575"/>
            <a:ext cx="6160833" cy="2803179"/>
          </a:xfrm>
          <a:custGeom>
            <a:avLst/>
            <a:gdLst/>
            <a:ahLst/>
            <a:cxnLst/>
            <a:rect r="r" b="b" t="t" l="l"/>
            <a:pathLst>
              <a:path h="2803179" w="6160833">
                <a:moveTo>
                  <a:pt x="0" y="0"/>
                </a:moveTo>
                <a:lnTo>
                  <a:pt x="6160834" y="0"/>
                </a:lnTo>
                <a:lnTo>
                  <a:pt x="6160834" y="2803179"/>
                </a:lnTo>
                <a:lnTo>
                  <a:pt x="0" y="2803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54474" y="97590"/>
            <a:ext cx="1633526" cy="931110"/>
          </a:xfrm>
          <a:custGeom>
            <a:avLst/>
            <a:gdLst/>
            <a:ahLst/>
            <a:cxnLst/>
            <a:rect r="r" b="b" t="t" l="l"/>
            <a:pathLst>
              <a:path h="931110" w="1633526">
                <a:moveTo>
                  <a:pt x="0" y="0"/>
                </a:moveTo>
                <a:lnTo>
                  <a:pt x="1633526" y="0"/>
                </a:lnTo>
                <a:lnTo>
                  <a:pt x="1633526" y="931110"/>
                </a:lnTo>
                <a:lnTo>
                  <a:pt x="0" y="931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4984" y="924740"/>
            <a:ext cx="17818031" cy="7940073"/>
          </a:xfrm>
          <a:custGeom>
            <a:avLst/>
            <a:gdLst/>
            <a:ahLst/>
            <a:cxnLst/>
            <a:rect r="r" b="b" t="t" l="l"/>
            <a:pathLst>
              <a:path h="7940073" w="17818031">
                <a:moveTo>
                  <a:pt x="0" y="0"/>
                </a:moveTo>
                <a:lnTo>
                  <a:pt x="17818032" y="0"/>
                </a:lnTo>
                <a:lnTo>
                  <a:pt x="17818032" y="7940074"/>
                </a:lnTo>
                <a:lnTo>
                  <a:pt x="0" y="79400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02" r="0" b="-2172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85405" y="1180128"/>
            <a:ext cx="1593196" cy="1412694"/>
          </a:xfrm>
          <a:custGeom>
            <a:avLst/>
            <a:gdLst/>
            <a:ahLst/>
            <a:cxnLst/>
            <a:rect r="r" b="b" t="t" l="l"/>
            <a:pathLst>
              <a:path h="1412694" w="1593196">
                <a:moveTo>
                  <a:pt x="0" y="0"/>
                </a:moveTo>
                <a:lnTo>
                  <a:pt x="1593196" y="0"/>
                </a:lnTo>
                <a:lnTo>
                  <a:pt x="1593196" y="1412694"/>
                </a:lnTo>
                <a:lnTo>
                  <a:pt x="0" y="14126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928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244003">
            <a:off x="13574058" y="7463224"/>
            <a:ext cx="6160833" cy="2803179"/>
          </a:xfrm>
          <a:custGeom>
            <a:avLst/>
            <a:gdLst/>
            <a:ahLst/>
            <a:cxnLst/>
            <a:rect r="r" b="b" t="t" l="l"/>
            <a:pathLst>
              <a:path h="2803179" w="6160833">
                <a:moveTo>
                  <a:pt x="0" y="0"/>
                </a:moveTo>
                <a:lnTo>
                  <a:pt x="6160833" y="0"/>
                </a:lnTo>
                <a:lnTo>
                  <a:pt x="6160833" y="2803179"/>
                </a:lnTo>
                <a:lnTo>
                  <a:pt x="0" y="2803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4029">
            <a:off x="15082024" y="7933153"/>
            <a:ext cx="3894978" cy="3817078"/>
          </a:xfrm>
          <a:custGeom>
            <a:avLst/>
            <a:gdLst/>
            <a:ahLst/>
            <a:cxnLst/>
            <a:rect r="r" b="b" t="t" l="l"/>
            <a:pathLst>
              <a:path h="3817078" w="3894978">
                <a:moveTo>
                  <a:pt x="0" y="0"/>
                </a:moveTo>
                <a:lnTo>
                  <a:pt x="3894978" y="0"/>
                </a:lnTo>
                <a:lnTo>
                  <a:pt x="3894978" y="3817078"/>
                </a:lnTo>
                <a:lnTo>
                  <a:pt x="0" y="3817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260" y="325958"/>
            <a:ext cx="1232881" cy="702742"/>
          </a:xfrm>
          <a:custGeom>
            <a:avLst/>
            <a:gdLst/>
            <a:ahLst/>
            <a:cxnLst/>
            <a:rect r="r" b="b" t="t" l="l"/>
            <a:pathLst>
              <a:path h="702742" w="1232881">
                <a:moveTo>
                  <a:pt x="0" y="0"/>
                </a:moveTo>
                <a:lnTo>
                  <a:pt x="1232880" y="0"/>
                </a:lnTo>
                <a:lnTo>
                  <a:pt x="1232880" y="702742"/>
                </a:lnTo>
                <a:lnTo>
                  <a:pt x="0" y="702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060">
            <a:off x="15755978" y="-444556"/>
            <a:ext cx="3006645" cy="2946512"/>
          </a:xfrm>
          <a:custGeom>
            <a:avLst/>
            <a:gdLst/>
            <a:ahLst/>
            <a:cxnLst/>
            <a:rect r="r" b="b" t="t" l="l"/>
            <a:pathLst>
              <a:path h="2946512" w="3006645">
                <a:moveTo>
                  <a:pt x="0" y="0"/>
                </a:moveTo>
                <a:lnTo>
                  <a:pt x="3006644" y="0"/>
                </a:lnTo>
                <a:lnTo>
                  <a:pt x="3006644" y="2946512"/>
                </a:lnTo>
                <a:lnTo>
                  <a:pt x="0" y="294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34029">
            <a:off x="-302349" y="8110145"/>
            <a:ext cx="3894978" cy="3817078"/>
          </a:xfrm>
          <a:custGeom>
            <a:avLst/>
            <a:gdLst/>
            <a:ahLst/>
            <a:cxnLst/>
            <a:rect r="r" b="b" t="t" l="l"/>
            <a:pathLst>
              <a:path h="3817078" w="3894978">
                <a:moveTo>
                  <a:pt x="0" y="0"/>
                </a:moveTo>
                <a:lnTo>
                  <a:pt x="3894978" y="0"/>
                </a:lnTo>
                <a:lnTo>
                  <a:pt x="3894978" y="3817079"/>
                </a:lnTo>
                <a:lnTo>
                  <a:pt x="0" y="381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8977" y="1837211"/>
            <a:ext cx="17194308" cy="7258043"/>
          </a:xfrm>
          <a:custGeom>
            <a:avLst/>
            <a:gdLst/>
            <a:ahLst/>
            <a:cxnLst/>
            <a:rect r="r" b="b" t="t" l="l"/>
            <a:pathLst>
              <a:path h="7258043" w="17194308">
                <a:moveTo>
                  <a:pt x="0" y="0"/>
                </a:moveTo>
                <a:lnTo>
                  <a:pt x="17194308" y="0"/>
                </a:lnTo>
                <a:lnTo>
                  <a:pt x="17194308" y="7258043"/>
                </a:lnTo>
                <a:lnTo>
                  <a:pt x="0" y="7258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137" r="0" b="-811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2150" y="183083"/>
            <a:ext cx="9915920" cy="128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4"/>
              </a:lnSpc>
            </a:pPr>
            <a:r>
              <a:rPr lang="en-US" sz="7489" spc="29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Problem Definition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757487" y="-1151721"/>
            <a:ext cx="2574218" cy="2574218"/>
          </a:xfrm>
          <a:custGeom>
            <a:avLst/>
            <a:gdLst/>
            <a:ahLst/>
            <a:cxnLst/>
            <a:rect r="r" b="b" t="t" l="l"/>
            <a:pathLst>
              <a:path h="2574218" w="2574218">
                <a:moveTo>
                  <a:pt x="0" y="0"/>
                </a:moveTo>
                <a:lnTo>
                  <a:pt x="2574218" y="0"/>
                </a:lnTo>
                <a:lnTo>
                  <a:pt x="2574218" y="2574217"/>
                </a:lnTo>
                <a:lnTo>
                  <a:pt x="0" y="257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7664240" y="1673242"/>
            <a:ext cx="1667465" cy="1667465"/>
          </a:xfrm>
          <a:custGeom>
            <a:avLst/>
            <a:gdLst/>
            <a:ahLst/>
            <a:cxnLst/>
            <a:rect r="r" b="b" t="t" l="l"/>
            <a:pathLst>
              <a:path h="1667465" w="1667465">
                <a:moveTo>
                  <a:pt x="0" y="0"/>
                </a:moveTo>
                <a:lnTo>
                  <a:pt x="1667465" y="0"/>
                </a:lnTo>
                <a:lnTo>
                  <a:pt x="1667465" y="1667465"/>
                </a:lnTo>
                <a:lnTo>
                  <a:pt x="0" y="166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043705" y="8864504"/>
            <a:ext cx="2574218" cy="2574218"/>
          </a:xfrm>
          <a:custGeom>
            <a:avLst/>
            <a:gdLst/>
            <a:ahLst/>
            <a:cxnLst/>
            <a:rect r="r" b="b" t="t" l="l"/>
            <a:pathLst>
              <a:path h="2574218" w="2574218">
                <a:moveTo>
                  <a:pt x="0" y="0"/>
                </a:moveTo>
                <a:lnTo>
                  <a:pt x="2574218" y="0"/>
                </a:lnTo>
                <a:lnTo>
                  <a:pt x="2574218" y="2574217"/>
                </a:lnTo>
                <a:lnTo>
                  <a:pt x="0" y="257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043705" y="6946293"/>
            <a:ext cx="1667465" cy="1667465"/>
          </a:xfrm>
          <a:custGeom>
            <a:avLst/>
            <a:gdLst/>
            <a:ahLst/>
            <a:cxnLst/>
            <a:rect r="r" b="b" t="t" l="l"/>
            <a:pathLst>
              <a:path h="1667465" w="1667465">
                <a:moveTo>
                  <a:pt x="0" y="0"/>
                </a:moveTo>
                <a:lnTo>
                  <a:pt x="1667465" y="0"/>
                </a:lnTo>
                <a:lnTo>
                  <a:pt x="1667465" y="1667465"/>
                </a:lnTo>
                <a:lnTo>
                  <a:pt x="0" y="166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71802">
            <a:off x="15728184" y="7969121"/>
            <a:ext cx="3312969" cy="3246709"/>
          </a:xfrm>
          <a:custGeom>
            <a:avLst/>
            <a:gdLst/>
            <a:ahLst/>
            <a:cxnLst/>
            <a:rect r="r" b="b" t="t" l="l"/>
            <a:pathLst>
              <a:path h="3246709" w="3312969">
                <a:moveTo>
                  <a:pt x="0" y="0"/>
                </a:moveTo>
                <a:lnTo>
                  <a:pt x="3312968" y="0"/>
                </a:lnTo>
                <a:lnTo>
                  <a:pt x="3312968" y="3246709"/>
                </a:lnTo>
                <a:lnTo>
                  <a:pt x="0" y="324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47783">
            <a:off x="13025590" y="9158594"/>
            <a:ext cx="2033368" cy="1992701"/>
          </a:xfrm>
          <a:custGeom>
            <a:avLst/>
            <a:gdLst/>
            <a:ahLst/>
            <a:cxnLst/>
            <a:rect r="r" b="b" t="t" l="l"/>
            <a:pathLst>
              <a:path h="1992701" w="2033368">
                <a:moveTo>
                  <a:pt x="0" y="0"/>
                </a:moveTo>
                <a:lnTo>
                  <a:pt x="2033368" y="0"/>
                </a:lnTo>
                <a:lnTo>
                  <a:pt x="2033368" y="1992701"/>
                </a:lnTo>
                <a:lnTo>
                  <a:pt x="0" y="1992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95953" y="1673242"/>
            <a:ext cx="14496093" cy="8168032"/>
          </a:xfrm>
          <a:custGeom>
            <a:avLst/>
            <a:gdLst/>
            <a:ahLst/>
            <a:cxnLst/>
            <a:rect r="r" b="b" t="t" l="l"/>
            <a:pathLst>
              <a:path h="8168032" w="14496093">
                <a:moveTo>
                  <a:pt x="0" y="0"/>
                </a:moveTo>
                <a:lnTo>
                  <a:pt x="14496094" y="0"/>
                </a:lnTo>
                <a:lnTo>
                  <a:pt x="14496094" y="8168032"/>
                </a:lnTo>
                <a:lnTo>
                  <a:pt x="0" y="81680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779" r="-39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06204" y="257117"/>
            <a:ext cx="9251767" cy="124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73"/>
              </a:lnSpc>
            </a:pPr>
            <a:r>
              <a:rPr lang="en-US" sz="7337" spc="29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PROJECT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699711">
            <a:off x="-747634" y="-907210"/>
            <a:ext cx="3312969" cy="3246709"/>
          </a:xfrm>
          <a:custGeom>
            <a:avLst/>
            <a:gdLst/>
            <a:ahLst/>
            <a:cxnLst/>
            <a:rect r="r" b="b" t="t" l="l"/>
            <a:pathLst>
              <a:path h="3246709" w="3312969">
                <a:moveTo>
                  <a:pt x="0" y="0"/>
                </a:moveTo>
                <a:lnTo>
                  <a:pt x="3312969" y="0"/>
                </a:lnTo>
                <a:lnTo>
                  <a:pt x="3312969" y="3246709"/>
                </a:lnTo>
                <a:lnTo>
                  <a:pt x="0" y="324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04419">
            <a:off x="15133181" y="-654178"/>
            <a:ext cx="3888540" cy="3810769"/>
          </a:xfrm>
          <a:custGeom>
            <a:avLst/>
            <a:gdLst/>
            <a:ahLst/>
            <a:cxnLst/>
            <a:rect r="r" b="b" t="t" l="l"/>
            <a:pathLst>
              <a:path h="3810769" w="3888540">
                <a:moveTo>
                  <a:pt x="0" y="0"/>
                </a:moveTo>
                <a:lnTo>
                  <a:pt x="3888540" y="0"/>
                </a:lnTo>
                <a:lnTo>
                  <a:pt x="3888540" y="3810770"/>
                </a:lnTo>
                <a:lnTo>
                  <a:pt x="0" y="3810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5370">
            <a:off x="16930479" y="-881722"/>
            <a:ext cx="2116782" cy="2074446"/>
          </a:xfrm>
          <a:custGeom>
            <a:avLst/>
            <a:gdLst/>
            <a:ahLst/>
            <a:cxnLst/>
            <a:rect r="r" b="b" t="t" l="l"/>
            <a:pathLst>
              <a:path h="2074446" w="2116782">
                <a:moveTo>
                  <a:pt x="0" y="0"/>
                </a:moveTo>
                <a:lnTo>
                  <a:pt x="2116782" y="0"/>
                </a:lnTo>
                <a:lnTo>
                  <a:pt x="2116782" y="2074446"/>
                </a:lnTo>
                <a:lnTo>
                  <a:pt x="0" y="2074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572615" y="-1470622"/>
            <a:ext cx="2574218" cy="2574218"/>
          </a:xfrm>
          <a:custGeom>
            <a:avLst/>
            <a:gdLst/>
            <a:ahLst/>
            <a:cxnLst/>
            <a:rect r="r" b="b" t="t" l="l"/>
            <a:pathLst>
              <a:path h="2574218" w="2574218">
                <a:moveTo>
                  <a:pt x="0" y="0"/>
                </a:moveTo>
                <a:lnTo>
                  <a:pt x="2574218" y="0"/>
                </a:lnTo>
                <a:lnTo>
                  <a:pt x="2574218" y="2574218"/>
                </a:lnTo>
                <a:lnTo>
                  <a:pt x="0" y="257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78428" y="1396977"/>
            <a:ext cx="1142104" cy="650999"/>
          </a:xfrm>
          <a:custGeom>
            <a:avLst/>
            <a:gdLst/>
            <a:ahLst/>
            <a:cxnLst/>
            <a:rect r="r" b="b" t="t" l="l"/>
            <a:pathLst>
              <a:path h="650999" w="1142104">
                <a:moveTo>
                  <a:pt x="0" y="0"/>
                </a:moveTo>
                <a:lnTo>
                  <a:pt x="1142104" y="0"/>
                </a:lnTo>
                <a:lnTo>
                  <a:pt x="1142104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7468" y="8239024"/>
            <a:ext cx="1142104" cy="650999"/>
          </a:xfrm>
          <a:custGeom>
            <a:avLst/>
            <a:gdLst/>
            <a:ahLst/>
            <a:cxnLst/>
            <a:rect r="r" b="b" t="t" l="l"/>
            <a:pathLst>
              <a:path h="650999" w="1142104">
                <a:moveTo>
                  <a:pt x="0" y="0"/>
                </a:moveTo>
                <a:lnTo>
                  <a:pt x="1142104" y="0"/>
                </a:lnTo>
                <a:lnTo>
                  <a:pt x="1142104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0217" y="1583692"/>
            <a:ext cx="17827567" cy="8554603"/>
          </a:xfrm>
          <a:custGeom>
            <a:avLst/>
            <a:gdLst/>
            <a:ahLst/>
            <a:cxnLst/>
            <a:rect r="r" b="b" t="t" l="l"/>
            <a:pathLst>
              <a:path h="8554603" w="17827567">
                <a:moveTo>
                  <a:pt x="0" y="0"/>
                </a:moveTo>
                <a:lnTo>
                  <a:pt x="17827566" y="0"/>
                </a:lnTo>
                <a:lnTo>
                  <a:pt x="17827566" y="8554602"/>
                </a:lnTo>
                <a:lnTo>
                  <a:pt x="0" y="8554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336" r="0" b="-288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18439" y="330833"/>
            <a:ext cx="10731341" cy="125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>
                <a:solidFill>
                  <a:srgbClr val="000000"/>
                </a:solidFill>
                <a:latin typeface="Rye"/>
                <a:ea typeface="Rye"/>
                <a:cs typeface="Rye"/>
                <a:sym typeface="Rye"/>
              </a:rPr>
              <a:t>PROPOSED SOLUTION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695889"/>
            <a:ext cx="11429719" cy="1296163"/>
            <a:chOff x="0" y="0"/>
            <a:chExt cx="3010296" cy="341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0296" cy="341376"/>
            </a:xfrm>
            <a:custGeom>
              <a:avLst/>
              <a:gdLst/>
              <a:ahLst/>
              <a:cxnLst/>
              <a:rect r="r" b="b" t="t" l="l"/>
              <a:pathLst>
                <a:path h="341376" w="3010296">
                  <a:moveTo>
                    <a:pt x="16934" y="0"/>
                  </a:moveTo>
                  <a:lnTo>
                    <a:pt x="2993363" y="0"/>
                  </a:lnTo>
                  <a:cubicBezTo>
                    <a:pt x="3002715" y="0"/>
                    <a:pt x="3010296" y="7581"/>
                    <a:pt x="3010296" y="16934"/>
                  </a:cubicBezTo>
                  <a:lnTo>
                    <a:pt x="3010296" y="324443"/>
                  </a:lnTo>
                  <a:cubicBezTo>
                    <a:pt x="3010296" y="333795"/>
                    <a:pt x="3002715" y="341376"/>
                    <a:pt x="2993363" y="341376"/>
                  </a:cubicBezTo>
                  <a:lnTo>
                    <a:pt x="16934" y="341376"/>
                  </a:lnTo>
                  <a:cubicBezTo>
                    <a:pt x="7581" y="341376"/>
                    <a:pt x="0" y="333795"/>
                    <a:pt x="0" y="324443"/>
                  </a:cubicBezTo>
                  <a:lnTo>
                    <a:pt x="0" y="16934"/>
                  </a:lnTo>
                  <a:cubicBezTo>
                    <a:pt x="0" y="7581"/>
                    <a:pt x="7581" y="0"/>
                    <a:pt x="16934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010296" cy="369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62306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87999" y="1406899"/>
            <a:ext cx="4135674" cy="8189454"/>
          </a:xfrm>
          <a:custGeom>
            <a:avLst/>
            <a:gdLst/>
            <a:ahLst/>
            <a:cxnLst/>
            <a:rect r="r" b="b" t="t" l="l"/>
            <a:pathLst>
              <a:path h="8189454" w="4135674">
                <a:moveTo>
                  <a:pt x="0" y="0"/>
                </a:moveTo>
                <a:lnTo>
                  <a:pt x="4135674" y="0"/>
                </a:lnTo>
                <a:lnTo>
                  <a:pt x="4135674" y="8189453"/>
                </a:lnTo>
                <a:lnTo>
                  <a:pt x="0" y="8189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699891">
            <a:off x="15350021" y="1820462"/>
            <a:ext cx="233542" cy="151985"/>
            <a:chOff x="0" y="0"/>
            <a:chExt cx="1160489" cy="7552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0489" cy="755227"/>
            </a:xfrm>
            <a:custGeom>
              <a:avLst/>
              <a:gdLst/>
              <a:ahLst/>
              <a:cxnLst/>
              <a:rect r="r" b="b" t="t" l="l"/>
              <a:pathLst>
                <a:path h="755227" w="1160489">
                  <a:moveTo>
                    <a:pt x="580244" y="0"/>
                  </a:moveTo>
                  <a:cubicBezTo>
                    <a:pt x="259784" y="0"/>
                    <a:pt x="0" y="169063"/>
                    <a:pt x="0" y="377613"/>
                  </a:cubicBezTo>
                  <a:cubicBezTo>
                    <a:pt x="0" y="586163"/>
                    <a:pt x="259784" y="755227"/>
                    <a:pt x="580244" y="755227"/>
                  </a:cubicBezTo>
                  <a:cubicBezTo>
                    <a:pt x="900704" y="755227"/>
                    <a:pt x="1160489" y="586163"/>
                    <a:pt x="1160489" y="377613"/>
                  </a:cubicBezTo>
                  <a:cubicBezTo>
                    <a:pt x="1160489" y="169063"/>
                    <a:pt x="900704" y="0"/>
                    <a:pt x="580244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8796" y="42228"/>
              <a:ext cx="942897" cy="64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699891">
            <a:off x="15645204" y="1742050"/>
            <a:ext cx="96725" cy="160802"/>
            <a:chOff x="0" y="0"/>
            <a:chExt cx="480635" cy="7990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0635" cy="799039"/>
            </a:xfrm>
            <a:custGeom>
              <a:avLst/>
              <a:gdLst/>
              <a:ahLst/>
              <a:cxnLst/>
              <a:rect r="r" b="b" t="t" l="l"/>
              <a:pathLst>
                <a:path h="799039" w="480635">
                  <a:moveTo>
                    <a:pt x="240318" y="0"/>
                  </a:moveTo>
                  <a:cubicBezTo>
                    <a:pt x="107594" y="0"/>
                    <a:pt x="0" y="178871"/>
                    <a:pt x="0" y="399520"/>
                  </a:cubicBezTo>
                  <a:cubicBezTo>
                    <a:pt x="0" y="620168"/>
                    <a:pt x="107594" y="799039"/>
                    <a:pt x="240318" y="799039"/>
                  </a:cubicBezTo>
                  <a:cubicBezTo>
                    <a:pt x="373041" y="799039"/>
                    <a:pt x="480635" y="620168"/>
                    <a:pt x="480635" y="399520"/>
                  </a:cubicBezTo>
                  <a:cubicBezTo>
                    <a:pt x="480635" y="178871"/>
                    <a:pt x="373041" y="0"/>
                    <a:pt x="240318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45060" y="46335"/>
              <a:ext cx="390516" cy="677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034918" y="8299861"/>
            <a:ext cx="1134348" cy="646578"/>
          </a:xfrm>
          <a:custGeom>
            <a:avLst/>
            <a:gdLst/>
            <a:ahLst/>
            <a:cxnLst/>
            <a:rect r="r" b="b" t="t" l="l"/>
            <a:pathLst>
              <a:path h="646578" w="1134348">
                <a:moveTo>
                  <a:pt x="0" y="0"/>
                </a:moveTo>
                <a:lnTo>
                  <a:pt x="1134349" y="0"/>
                </a:lnTo>
                <a:lnTo>
                  <a:pt x="1134349" y="646578"/>
                </a:lnTo>
                <a:lnTo>
                  <a:pt x="0" y="64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7852" y="8299861"/>
            <a:ext cx="1134348" cy="646578"/>
          </a:xfrm>
          <a:custGeom>
            <a:avLst/>
            <a:gdLst/>
            <a:ahLst/>
            <a:cxnLst/>
            <a:rect r="r" b="b" t="t" l="l"/>
            <a:pathLst>
              <a:path h="646578" w="1134348">
                <a:moveTo>
                  <a:pt x="0" y="0"/>
                </a:moveTo>
                <a:lnTo>
                  <a:pt x="1134349" y="0"/>
                </a:lnTo>
                <a:lnTo>
                  <a:pt x="1134349" y="646578"/>
                </a:lnTo>
                <a:lnTo>
                  <a:pt x="0" y="64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96058" y="1208671"/>
            <a:ext cx="15914477" cy="8426491"/>
          </a:xfrm>
          <a:custGeom>
            <a:avLst/>
            <a:gdLst/>
            <a:ahLst/>
            <a:cxnLst/>
            <a:rect r="r" b="b" t="t" l="l"/>
            <a:pathLst>
              <a:path h="8426491" w="15914477">
                <a:moveTo>
                  <a:pt x="0" y="0"/>
                </a:moveTo>
                <a:lnTo>
                  <a:pt x="15914477" y="0"/>
                </a:lnTo>
                <a:lnTo>
                  <a:pt x="15914477" y="8426491"/>
                </a:lnTo>
                <a:lnTo>
                  <a:pt x="0" y="84264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0" t="-13320" r="-6529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6901227">
            <a:off x="-548444" y="-1639158"/>
            <a:ext cx="2743663" cy="2688789"/>
          </a:xfrm>
          <a:custGeom>
            <a:avLst/>
            <a:gdLst/>
            <a:ahLst/>
            <a:cxnLst/>
            <a:rect r="r" b="b" t="t" l="l"/>
            <a:pathLst>
              <a:path h="2688789" w="2743663">
                <a:moveTo>
                  <a:pt x="0" y="0"/>
                </a:moveTo>
                <a:lnTo>
                  <a:pt x="2743662" y="0"/>
                </a:lnTo>
                <a:lnTo>
                  <a:pt x="2743662" y="2688789"/>
                </a:lnTo>
                <a:lnTo>
                  <a:pt x="0" y="26887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901227">
            <a:off x="16270404" y="9052523"/>
            <a:ext cx="2743663" cy="2688789"/>
          </a:xfrm>
          <a:custGeom>
            <a:avLst/>
            <a:gdLst/>
            <a:ahLst/>
            <a:cxnLst/>
            <a:rect r="r" b="b" t="t" l="l"/>
            <a:pathLst>
              <a:path h="2688789" w="2743663">
                <a:moveTo>
                  <a:pt x="0" y="0"/>
                </a:moveTo>
                <a:lnTo>
                  <a:pt x="2743662" y="0"/>
                </a:lnTo>
                <a:lnTo>
                  <a:pt x="2743662" y="2688790"/>
                </a:lnTo>
                <a:lnTo>
                  <a:pt x="0" y="26887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69267" y="815050"/>
            <a:ext cx="2014802" cy="2014802"/>
          </a:xfrm>
          <a:custGeom>
            <a:avLst/>
            <a:gdLst/>
            <a:ahLst/>
            <a:cxnLst/>
            <a:rect r="r" b="b" t="t" l="l"/>
            <a:pathLst>
              <a:path h="2014802" w="2014802">
                <a:moveTo>
                  <a:pt x="0" y="0"/>
                </a:moveTo>
                <a:lnTo>
                  <a:pt x="2014802" y="0"/>
                </a:lnTo>
                <a:lnTo>
                  <a:pt x="2014802" y="2014803"/>
                </a:lnTo>
                <a:lnTo>
                  <a:pt x="0" y="2014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17852" y="7046922"/>
            <a:ext cx="5299657" cy="557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865" indent="-349932" lvl="1">
              <a:lnSpc>
                <a:spcPts val="4538"/>
              </a:lnSpc>
              <a:buFont typeface="Arial"/>
              <a:buChar char="•"/>
            </a:pPr>
            <a:r>
              <a:rPr lang="en-US" sz="3241" spc="12">
                <a:solidFill>
                  <a:srgbClr val="F9FA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Clinical Manifestations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2306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99891">
            <a:off x="15350021" y="1820462"/>
            <a:ext cx="233542" cy="151985"/>
            <a:chOff x="0" y="0"/>
            <a:chExt cx="1160489" cy="7552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0489" cy="755227"/>
            </a:xfrm>
            <a:custGeom>
              <a:avLst/>
              <a:gdLst/>
              <a:ahLst/>
              <a:cxnLst/>
              <a:rect r="r" b="b" t="t" l="l"/>
              <a:pathLst>
                <a:path h="755227" w="1160489">
                  <a:moveTo>
                    <a:pt x="580244" y="0"/>
                  </a:moveTo>
                  <a:cubicBezTo>
                    <a:pt x="259784" y="0"/>
                    <a:pt x="0" y="169063"/>
                    <a:pt x="0" y="377613"/>
                  </a:cubicBezTo>
                  <a:cubicBezTo>
                    <a:pt x="0" y="586163"/>
                    <a:pt x="259784" y="755227"/>
                    <a:pt x="580244" y="755227"/>
                  </a:cubicBezTo>
                  <a:cubicBezTo>
                    <a:pt x="900704" y="755227"/>
                    <a:pt x="1160489" y="586163"/>
                    <a:pt x="1160489" y="377613"/>
                  </a:cubicBezTo>
                  <a:cubicBezTo>
                    <a:pt x="1160489" y="169063"/>
                    <a:pt x="900704" y="0"/>
                    <a:pt x="580244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8796" y="42228"/>
              <a:ext cx="942897" cy="64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699891">
            <a:off x="15645204" y="1742050"/>
            <a:ext cx="96725" cy="160802"/>
            <a:chOff x="0" y="0"/>
            <a:chExt cx="480635" cy="7990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35" cy="799039"/>
            </a:xfrm>
            <a:custGeom>
              <a:avLst/>
              <a:gdLst/>
              <a:ahLst/>
              <a:cxnLst/>
              <a:rect r="r" b="b" t="t" l="l"/>
              <a:pathLst>
                <a:path h="799039" w="480635">
                  <a:moveTo>
                    <a:pt x="240318" y="0"/>
                  </a:moveTo>
                  <a:cubicBezTo>
                    <a:pt x="107594" y="0"/>
                    <a:pt x="0" y="178871"/>
                    <a:pt x="0" y="399520"/>
                  </a:cubicBezTo>
                  <a:cubicBezTo>
                    <a:pt x="0" y="620168"/>
                    <a:pt x="107594" y="799039"/>
                    <a:pt x="240318" y="799039"/>
                  </a:cubicBezTo>
                  <a:cubicBezTo>
                    <a:pt x="373041" y="799039"/>
                    <a:pt x="480635" y="620168"/>
                    <a:pt x="480635" y="399520"/>
                  </a:cubicBezTo>
                  <a:cubicBezTo>
                    <a:pt x="480635" y="178871"/>
                    <a:pt x="373041" y="0"/>
                    <a:pt x="240318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45060" y="46335"/>
              <a:ext cx="390516" cy="677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064259" y="8299564"/>
            <a:ext cx="1142104" cy="650999"/>
          </a:xfrm>
          <a:custGeom>
            <a:avLst/>
            <a:gdLst/>
            <a:ahLst/>
            <a:cxnLst/>
            <a:rect r="r" b="b" t="t" l="l"/>
            <a:pathLst>
              <a:path h="650999" w="1142104">
                <a:moveTo>
                  <a:pt x="0" y="0"/>
                </a:moveTo>
                <a:lnTo>
                  <a:pt x="1142103" y="0"/>
                </a:lnTo>
                <a:lnTo>
                  <a:pt x="1142103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0757" y="8299564"/>
            <a:ext cx="1142104" cy="650999"/>
          </a:xfrm>
          <a:custGeom>
            <a:avLst/>
            <a:gdLst/>
            <a:ahLst/>
            <a:cxnLst/>
            <a:rect r="r" b="b" t="t" l="l"/>
            <a:pathLst>
              <a:path h="650999" w="1142104">
                <a:moveTo>
                  <a:pt x="0" y="0"/>
                </a:moveTo>
                <a:lnTo>
                  <a:pt x="1142103" y="0"/>
                </a:lnTo>
                <a:lnTo>
                  <a:pt x="1142103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10781" y="1028700"/>
            <a:ext cx="13922484" cy="9190309"/>
          </a:xfrm>
          <a:custGeom>
            <a:avLst/>
            <a:gdLst/>
            <a:ahLst/>
            <a:cxnLst/>
            <a:rect r="r" b="b" t="t" l="l"/>
            <a:pathLst>
              <a:path h="9190309" w="13922484">
                <a:moveTo>
                  <a:pt x="0" y="0"/>
                </a:moveTo>
                <a:lnTo>
                  <a:pt x="13922484" y="0"/>
                </a:lnTo>
                <a:lnTo>
                  <a:pt x="13922484" y="9190309"/>
                </a:lnTo>
                <a:lnTo>
                  <a:pt x="0" y="9190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6" t="-974" r="0" b="-97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06960" y="71284"/>
            <a:ext cx="8958653" cy="81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sz="4724">
                <a:solidFill>
                  <a:srgbClr val="000000"/>
                </a:solidFill>
                <a:latin typeface="Rye"/>
                <a:ea typeface="Rye"/>
                <a:cs typeface="Rye"/>
                <a:sym typeface="Rye"/>
              </a:rPr>
              <a:t>ARCHITECTURE DIAGRAM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9279530">
            <a:off x="74629" y="-272186"/>
            <a:ext cx="1908142" cy="1869979"/>
          </a:xfrm>
          <a:custGeom>
            <a:avLst/>
            <a:gdLst/>
            <a:ahLst/>
            <a:cxnLst/>
            <a:rect r="r" b="b" t="t" l="l"/>
            <a:pathLst>
              <a:path h="1869979" w="1908142">
                <a:moveTo>
                  <a:pt x="0" y="0"/>
                </a:moveTo>
                <a:lnTo>
                  <a:pt x="1908142" y="0"/>
                </a:lnTo>
                <a:lnTo>
                  <a:pt x="1908142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924383">
            <a:off x="5034" y="8534920"/>
            <a:ext cx="1908142" cy="1869979"/>
          </a:xfrm>
          <a:custGeom>
            <a:avLst/>
            <a:gdLst/>
            <a:ahLst/>
            <a:cxnLst/>
            <a:rect r="r" b="b" t="t" l="l"/>
            <a:pathLst>
              <a:path h="1869979" w="1908142">
                <a:moveTo>
                  <a:pt x="0" y="0"/>
                </a:moveTo>
                <a:lnTo>
                  <a:pt x="1908142" y="0"/>
                </a:lnTo>
                <a:lnTo>
                  <a:pt x="1908142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230600" y="81361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301960">
            <a:off x="16589520" y="8682266"/>
            <a:ext cx="1908142" cy="1869979"/>
          </a:xfrm>
          <a:custGeom>
            <a:avLst/>
            <a:gdLst/>
            <a:ahLst/>
            <a:cxnLst/>
            <a:rect r="r" b="b" t="t" l="l"/>
            <a:pathLst>
              <a:path h="1869979" w="1908142">
                <a:moveTo>
                  <a:pt x="0" y="0"/>
                </a:moveTo>
                <a:lnTo>
                  <a:pt x="1908142" y="0"/>
                </a:lnTo>
                <a:lnTo>
                  <a:pt x="1908142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7445704">
            <a:off x="16910484" y="-86063"/>
            <a:ext cx="1908142" cy="1869979"/>
          </a:xfrm>
          <a:custGeom>
            <a:avLst/>
            <a:gdLst/>
            <a:ahLst/>
            <a:cxnLst/>
            <a:rect r="r" b="b" t="t" l="l"/>
            <a:pathLst>
              <a:path h="1869979" w="1908142">
                <a:moveTo>
                  <a:pt x="0" y="0"/>
                </a:moveTo>
                <a:lnTo>
                  <a:pt x="1908141" y="0"/>
                </a:lnTo>
                <a:lnTo>
                  <a:pt x="1908141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4029">
            <a:off x="14374054" y="6812200"/>
            <a:ext cx="3894978" cy="3817078"/>
          </a:xfrm>
          <a:custGeom>
            <a:avLst/>
            <a:gdLst/>
            <a:ahLst/>
            <a:cxnLst/>
            <a:rect r="r" b="b" t="t" l="l"/>
            <a:pathLst>
              <a:path h="3817078" w="3894978">
                <a:moveTo>
                  <a:pt x="0" y="0"/>
                </a:moveTo>
                <a:lnTo>
                  <a:pt x="3894978" y="0"/>
                </a:lnTo>
                <a:lnTo>
                  <a:pt x="3894978" y="3817078"/>
                </a:lnTo>
                <a:lnTo>
                  <a:pt x="0" y="3817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77772"/>
            <a:ext cx="18288000" cy="1676781"/>
            <a:chOff x="0" y="0"/>
            <a:chExt cx="4816593" cy="441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41621"/>
            </a:xfrm>
            <a:custGeom>
              <a:avLst/>
              <a:gdLst/>
              <a:ahLst/>
              <a:cxnLst/>
              <a:rect r="r" b="b" t="t" l="l"/>
              <a:pathLst>
                <a:path h="441621" w="4816592">
                  <a:moveTo>
                    <a:pt x="10583" y="0"/>
                  </a:moveTo>
                  <a:lnTo>
                    <a:pt x="4806009" y="0"/>
                  </a:lnTo>
                  <a:cubicBezTo>
                    <a:pt x="4808816" y="0"/>
                    <a:pt x="4811508" y="1115"/>
                    <a:pt x="4813493" y="3100"/>
                  </a:cubicBezTo>
                  <a:cubicBezTo>
                    <a:pt x="4815477" y="5085"/>
                    <a:pt x="4816592" y="7776"/>
                    <a:pt x="4816592" y="10583"/>
                  </a:cubicBezTo>
                  <a:lnTo>
                    <a:pt x="4816592" y="431038"/>
                  </a:lnTo>
                  <a:cubicBezTo>
                    <a:pt x="4816592" y="433845"/>
                    <a:pt x="4815477" y="436537"/>
                    <a:pt x="4813493" y="438522"/>
                  </a:cubicBezTo>
                  <a:cubicBezTo>
                    <a:pt x="4811508" y="440506"/>
                    <a:pt x="4808816" y="441621"/>
                    <a:pt x="4806009" y="441621"/>
                  </a:cubicBezTo>
                  <a:lnTo>
                    <a:pt x="10583" y="441621"/>
                  </a:lnTo>
                  <a:cubicBezTo>
                    <a:pt x="7776" y="441621"/>
                    <a:pt x="5085" y="440506"/>
                    <a:pt x="3100" y="438522"/>
                  </a:cubicBezTo>
                  <a:cubicBezTo>
                    <a:pt x="1115" y="436537"/>
                    <a:pt x="0" y="433845"/>
                    <a:pt x="0" y="431038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16593" cy="470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68864" y="259881"/>
            <a:ext cx="17073335" cy="9230153"/>
          </a:xfrm>
          <a:custGeom>
            <a:avLst/>
            <a:gdLst/>
            <a:ahLst/>
            <a:cxnLst/>
            <a:rect r="r" b="b" t="t" l="l"/>
            <a:pathLst>
              <a:path h="9230153" w="17073335">
                <a:moveTo>
                  <a:pt x="0" y="0"/>
                </a:moveTo>
                <a:lnTo>
                  <a:pt x="17073336" y="0"/>
                </a:lnTo>
                <a:lnTo>
                  <a:pt x="17073336" y="9230153"/>
                </a:lnTo>
                <a:lnTo>
                  <a:pt x="0" y="9230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2" r="0" b="-231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71802">
            <a:off x="15259393" y="7265227"/>
            <a:ext cx="3614669" cy="3542376"/>
          </a:xfrm>
          <a:custGeom>
            <a:avLst/>
            <a:gdLst/>
            <a:ahLst/>
            <a:cxnLst/>
            <a:rect r="r" b="b" t="t" l="l"/>
            <a:pathLst>
              <a:path h="3542376" w="3614669">
                <a:moveTo>
                  <a:pt x="0" y="0"/>
                </a:moveTo>
                <a:lnTo>
                  <a:pt x="3614669" y="0"/>
                </a:lnTo>
                <a:lnTo>
                  <a:pt x="3614669" y="3542376"/>
                </a:lnTo>
                <a:lnTo>
                  <a:pt x="0" y="354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47783">
            <a:off x="12994979" y="8734676"/>
            <a:ext cx="2218540" cy="2174169"/>
          </a:xfrm>
          <a:custGeom>
            <a:avLst/>
            <a:gdLst/>
            <a:ahLst/>
            <a:cxnLst/>
            <a:rect r="r" b="b" t="t" l="l"/>
            <a:pathLst>
              <a:path h="2174169" w="2218540">
                <a:moveTo>
                  <a:pt x="0" y="0"/>
                </a:moveTo>
                <a:lnTo>
                  <a:pt x="2218540" y="0"/>
                </a:lnTo>
                <a:lnTo>
                  <a:pt x="2218540" y="2174169"/>
                </a:lnTo>
                <a:lnTo>
                  <a:pt x="0" y="2174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44793">
            <a:off x="-816720" y="4135583"/>
            <a:ext cx="7167682" cy="7276835"/>
          </a:xfrm>
          <a:custGeom>
            <a:avLst/>
            <a:gdLst/>
            <a:ahLst/>
            <a:cxnLst/>
            <a:rect r="r" b="b" t="t" l="l"/>
            <a:pathLst>
              <a:path h="7276835" w="7167682">
                <a:moveTo>
                  <a:pt x="7167682" y="0"/>
                </a:moveTo>
                <a:lnTo>
                  <a:pt x="0" y="0"/>
                </a:lnTo>
                <a:lnTo>
                  <a:pt x="0" y="7276835"/>
                </a:lnTo>
                <a:lnTo>
                  <a:pt x="7167682" y="7276835"/>
                </a:lnTo>
                <a:lnTo>
                  <a:pt x="7167682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0442" y="3482865"/>
            <a:ext cx="13707116" cy="299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87"/>
              </a:lnSpc>
            </a:pPr>
            <a:r>
              <a:rPr lang="en-US" sz="17562" spc="70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9428197">
            <a:off x="-586062" y="-520603"/>
            <a:ext cx="3614669" cy="3542376"/>
          </a:xfrm>
          <a:custGeom>
            <a:avLst/>
            <a:gdLst/>
            <a:ahLst/>
            <a:cxnLst/>
            <a:rect r="r" b="b" t="t" l="l"/>
            <a:pathLst>
              <a:path h="3542376" w="3614669">
                <a:moveTo>
                  <a:pt x="0" y="0"/>
                </a:moveTo>
                <a:lnTo>
                  <a:pt x="3614669" y="0"/>
                </a:lnTo>
                <a:lnTo>
                  <a:pt x="3614669" y="3542376"/>
                </a:lnTo>
                <a:lnTo>
                  <a:pt x="0" y="354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152216">
            <a:off x="3074481" y="-621845"/>
            <a:ext cx="2218540" cy="2174169"/>
          </a:xfrm>
          <a:custGeom>
            <a:avLst/>
            <a:gdLst/>
            <a:ahLst/>
            <a:cxnLst/>
            <a:rect r="r" b="b" t="t" l="l"/>
            <a:pathLst>
              <a:path h="2174169" w="2218540">
                <a:moveTo>
                  <a:pt x="0" y="0"/>
                </a:moveTo>
                <a:lnTo>
                  <a:pt x="2218540" y="0"/>
                </a:lnTo>
                <a:lnTo>
                  <a:pt x="2218540" y="2174169"/>
                </a:lnTo>
                <a:lnTo>
                  <a:pt x="0" y="2174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306">
            <a:off x="13906200" y="-537562"/>
            <a:ext cx="5315425" cy="2418518"/>
          </a:xfrm>
          <a:custGeom>
            <a:avLst/>
            <a:gdLst/>
            <a:ahLst/>
            <a:cxnLst/>
            <a:rect r="r" b="b" t="t" l="l"/>
            <a:pathLst>
              <a:path h="2418518" w="5315425">
                <a:moveTo>
                  <a:pt x="0" y="0"/>
                </a:moveTo>
                <a:lnTo>
                  <a:pt x="5315425" y="0"/>
                </a:lnTo>
                <a:lnTo>
                  <a:pt x="5315425" y="2418518"/>
                </a:lnTo>
                <a:lnTo>
                  <a:pt x="0" y="2418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DAHXHfJazDc</dc:identifier>
  <dcterms:modified xsi:type="dcterms:W3CDTF">2011-08-01T06:04:30Z</dcterms:modified>
  <cp:revision>1</cp:revision>
  <dc:title>Blue and White Illustrated Minimalist Neurology Presentation</dc:title>
</cp:coreProperties>
</file>